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Peer-to-Peer Based Social Networks: A Comprehensive Survey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by: [Your Name]</a:t>
            </a:r>
          </a:p>
          <a:p>
            <a:r>
              <a:t>Based on Research by: Newton Masinde &amp; Kalman Graffi</a:t>
            </a:r>
          </a:p>
          <a:p>
            <a:r>
              <a:t>Date: [Presentation 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What are Social Networks?</a:t>
            </a:r>
          </a:p>
          <a:p>
            <a:r>
              <a:t>  - Platforms enabling user interaction, messaging, content sharing, etc.</a:t>
            </a:r>
          </a:p>
          <a:p>
            <a:r>
              <a:t>  - Examples: Facebook, Twitter, Instagram.</a:t>
            </a:r>
          </a:p>
          <a:p/>
          <a:p>
            <a:r>
              <a:t>- Current Challenges in Centralized Social Networks:</a:t>
            </a:r>
          </a:p>
          <a:p>
            <a:r>
              <a:t>  - Data privacy issues.</a:t>
            </a:r>
          </a:p>
          <a:p>
            <a:r>
              <a:t>  - Trust on single service providers.</a:t>
            </a:r>
          </a:p>
          <a:p>
            <a:r>
              <a:t>  - Risks of censorship and data misuse.</a:t>
            </a:r>
          </a:p>
          <a:p/>
          <a:p>
            <a:r>
              <a:t>- What is Peer-to-Peer (P2P)?</a:t>
            </a:r>
          </a:p>
          <a:p>
            <a:r>
              <a:t>  - Decentralized model where users interact directly.</a:t>
            </a:r>
          </a:p>
          <a:p>
            <a:r>
              <a:t>  - No single point of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 of the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Define the properties and requirements of P2P-based online social networks.</a:t>
            </a:r>
          </a:p>
          <a:p>
            <a:r>
              <a:t>2. Explore the building blocks for P2P frameworks:</a:t>
            </a:r>
          </a:p>
          <a:p>
            <a:r>
              <a:t>   - Identity management.</a:t>
            </a:r>
          </a:p>
          <a:p>
            <a:r>
              <a:t>   - Secure communication.</a:t>
            </a:r>
          </a:p>
          <a:p>
            <a:r>
              <a:t>   - Data storage and access control.</a:t>
            </a:r>
          </a:p>
          <a:p>
            <a:r>
              <a:t>3. Analyze existing P2P-based applications, frameworks, and architectures.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Centralized vs. Decentralized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Centralized Model:</a:t>
            </a:r>
          </a:p>
          <a:p>
            <a:r>
              <a:t>  - Single provider controls data.</a:t>
            </a:r>
          </a:p>
          <a:p>
            <a:r>
              <a:t>  - Monetization through ads and data sales.</a:t>
            </a:r>
          </a:p>
          <a:p>
            <a:r>
              <a:t>  - Vulnerable to data breaches.</a:t>
            </a:r>
          </a:p>
          <a:p/>
          <a:p>
            <a:r>
              <a:t>- Decentralized Model:</a:t>
            </a:r>
          </a:p>
          <a:p>
            <a:r>
              <a:t>  - Data ownership with users.</a:t>
            </a:r>
          </a:p>
          <a:p>
            <a:r>
              <a:t>  - Types:</a:t>
            </a:r>
          </a:p>
          <a:p>
            <a:r>
              <a:t>    - Federated Models: Users host parts of the network.</a:t>
            </a:r>
          </a:p>
          <a:p>
            <a:r>
              <a:t>    - P2P Models: Fully decentralized with direct user connections.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P2P Social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Privacy and Security:</a:t>
            </a:r>
          </a:p>
          <a:p>
            <a:r>
              <a:t>   - End-to-end encryption.</a:t>
            </a:r>
          </a:p>
          <a:p>
            <a:r>
              <a:t>   - No centralized storage of personal data.</a:t>
            </a:r>
          </a:p>
          <a:p>
            <a:r>
              <a:t>2. Scalability:</a:t>
            </a:r>
          </a:p>
          <a:p>
            <a:r>
              <a:t>   - Network grows organically as users join.</a:t>
            </a:r>
          </a:p>
          <a:p>
            <a:r>
              <a:t>3. Resilience:</a:t>
            </a:r>
          </a:p>
          <a:p>
            <a:r>
              <a:t>   - Resistant to censorship and system failures.</a:t>
            </a:r>
          </a:p>
          <a:p>
            <a:r>
              <a:t>4. Cost Efficiency:</a:t>
            </a:r>
          </a:p>
          <a:p>
            <a:r>
              <a:t>   - Utilizes users' resources (storage, bandwidth).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P2P Social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Storage:</a:t>
            </a:r>
          </a:p>
          <a:p>
            <a:r>
              <a:t>   - Ensuring reliable, distributed storage.</a:t>
            </a:r>
          </a:p>
          <a:p>
            <a:r>
              <a:t>2. Search and Lookup:</a:t>
            </a:r>
          </a:p>
          <a:p>
            <a:r>
              <a:t>   - Efficiently finding data and users in decentralized networks.</a:t>
            </a:r>
          </a:p>
          <a:p>
            <a:r>
              <a:t>3. Security:</a:t>
            </a:r>
          </a:p>
          <a:p>
            <a:r>
              <a:t>   - Protecting against malicious nodes.</a:t>
            </a:r>
          </a:p>
          <a:p>
            <a:r>
              <a:t>4. User Experience:</a:t>
            </a:r>
          </a:p>
          <a:p>
            <a:r>
              <a:t>   - Building user-friendly interfaces and apps.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Functionalities of P2P Social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Identity Management:</a:t>
            </a:r>
          </a:p>
          <a:p>
            <a:r>
              <a:t>   - Unique, secure user identities.</a:t>
            </a:r>
          </a:p>
          <a:p>
            <a:r>
              <a:t>2. Secure Communication:</a:t>
            </a:r>
          </a:p>
          <a:p>
            <a:r>
              <a:t>   - Direct messaging, group chats.</a:t>
            </a:r>
          </a:p>
          <a:p>
            <a:r>
              <a:t>3. Content Sharing:</a:t>
            </a:r>
          </a:p>
          <a:p>
            <a:r>
              <a:t>   - Secure and private file sharing.</a:t>
            </a:r>
          </a:p>
          <a:p>
            <a:r>
              <a:t>4. Access Control:</a:t>
            </a:r>
          </a:p>
          <a:p>
            <a:r>
              <a:t>   - Define who can view/edit data.</a:t>
            </a:r>
          </a:p>
          <a:p>
            <a:r>
              <a:t>5. Dynamic Growth:</a:t>
            </a:r>
          </a:p>
          <a:p>
            <a:r>
              <a:t>   - Seamless integration of new nodes.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Technical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Overlay Networks:</a:t>
            </a:r>
          </a:p>
          <a:p>
            <a:r>
              <a:t>   - Logical layer connecting all nodes.</a:t>
            </a:r>
          </a:p>
          <a:p>
            <a:r>
              <a:t>   - Handles addressing, routing, and network maintenance.</a:t>
            </a:r>
          </a:p>
          <a:p>
            <a:r>
              <a:t>2. Data Storage:</a:t>
            </a:r>
          </a:p>
          <a:p>
            <a:r>
              <a:t>   - Redundancy mechanisms (replication, erasure codes).</a:t>
            </a:r>
          </a:p>
          <a:p>
            <a:r>
              <a:t>3. Communication Framework:</a:t>
            </a:r>
          </a:p>
          <a:p>
            <a:r>
              <a:t>   - Direct, multicast, and publish/subscribe messaging.</a:t>
            </a:r>
          </a:p>
          <a:p>
            <a:r>
              <a:t>4. Graphical User Interface (GUI):</a:t>
            </a:r>
          </a:p>
          <a:p>
            <a:r>
              <a:t>   - Intuitive user-facing applications.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P2P Social Network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Mastodon: Federated, decentralized microblogging.</a:t>
            </a:r>
          </a:p>
          <a:p>
            <a:r>
              <a:t>- Diaspora: Focused on user privacy and data ownership.</a:t>
            </a:r>
          </a:p>
          <a:p>
            <a:r>
              <a:t>- Friendica: Interoperable with other networks.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Research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Enhancing data consistency and reliability.</a:t>
            </a:r>
          </a:p>
          <a:p>
            <a:r>
              <a:t>2. Improving user-friendly designs.</a:t>
            </a:r>
          </a:p>
          <a:p>
            <a:r>
              <a:t>3. Addressing security vulnerabilities.</a:t>
            </a:r>
          </a:p>
          <a:p>
            <a:r>
              <a:t>4. Developing scalable and robust frameworks.</a:t>
            </a:r>
          </a:p>
          <a:p>
            <a:r>
              <a:t>5. Exploring AI integration for personalized experiences.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P2P-based social networks offer a promising alternative to centralized systems.</a:t>
            </a:r>
          </a:p>
          <a:p>
            <a:r>
              <a:t>- They empower users with control over their data while enhancing privacy and security.</a:t>
            </a:r>
          </a:p>
          <a:p>
            <a:r>
              <a:t>- However, technical and usability challenges need further exploration.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 Feel free to ask!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